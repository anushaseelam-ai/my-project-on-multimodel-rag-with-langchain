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notesMasterIdLst>
    <p:notesMasterId r:id="rId15"/>
  </p:notesMasterIdLst>
  <p:handoutMasterIdLst>
    <p:handoutMasterId r:id="rId16"/>
  </p:handout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7C06AF-C30A-47E3-9985-8639B0DBBEF0}" v="9" dt="2026-02-19T19:40:07.681"/>
  </p1510:revLst>
</p1510:revInfo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esh babu Kodali" userId="fb66fb4f9f4b814c" providerId="LiveId" clId="{27B4B832-87A9-4581-9C52-C752A202EB5F}"/>
    <pc:docChg chg="custSel modSld modMainMaster">
      <pc:chgData name="Suresh babu Kodali" userId="fb66fb4f9f4b814c" providerId="LiveId" clId="{27B4B832-87A9-4581-9C52-C752A202EB5F}" dt="2026-02-19T19:43:23.616" v="39" actId="20577"/>
      <pc:docMkLst>
        <pc:docMk/>
      </pc:docMkLst>
      <pc:sldChg chg="modSp mod">
        <pc:chgData name="Suresh babu Kodali" userId="fb66fb4f9f4b814c" providerId="LiveId" clId="{27B4B832-87A9-4581-9C52-C752A202EB5F}" dt="2026-02-19T19:43:00.678" v="35" actId="20577"/>
        <pc:sldMkLst>
          <pc:docMk/>
          <pc:sldMk cId="1096358168" sldId="270"/>
        </pc:sldMkLst>
        <pc:spChg chg="mod">
          <ac:chgData name="Suresh babu Kodali" userId="fb66fb4f9f4b814c" providerId="LiveId" clId="{27B4B832-87A9-4581-9C52-C752A202EB5F}" dt="2026-02-19T19:43:00.678" v="35" actId="20577"/>
          <ac:spMkLst>
            <pc:docMk/>
            <pc:sldMk cId="1096358168" sldId="270"/>
            <ac:spMk id="2" creationId="{00000000-0000-0000-0000-000000000000}"/>
          </ac:spMkLst>
        </pc:spChg>
        <pc:spChg chg="mod">
          <ac:chgData name="Suresh babu Kodali" userId="fb66fb4f9f4b814c" providerId="LiveId" clId="{27B4B832-87A9-4581-9C52-C752A202EB5F}" dt="2026-02-19T19:41:41.476" v="26" actId="122"/>
          <ac:spMkLst>
            <pc:docMk/>
            <pc:sldMk cId="1096358168" sldId="270"/>
            <ac:spMk id="3" creationId="{00000000-0000-0000-0000-000000000000}"/>
          </ac:spMkLst>
        </pc:spChg>
      </pc:sldChg>
      <pc:sldChg chg="modSp mod">
        <pc:chgData name="Suresh babu Kodali" userId="fb66fb4f9f4b814c" providerId="LiveId" clId="{27B4B832-87A9-4581-9C52-C752A202EB5F}" dt="2026-02-19T19:40:07.681" v="20"/>
        <pc:sldMkLst>
          <pc:docMk/>
          <pc:sldMk cId="3410528100" sldId="271"/>
        </pc:sldMkLst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3410528100" sldId="271"/>
            <ac:spMk id="2" creationId="{00000000-0000-0000-0000-000000000000}"/>
          </ac:spMkLst>
        </pc:spChg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3410528100" sldId="271"/>
            <ac:spMk id="3" creationId="{00000000-0000-0000-0000-000000000000}"/>
          </ac:spMkLst>
        </pc:spChg>
      </pc:sldChg>
      <pc:sldChg chg="modSp">
        <pc:chgData name="Suresh babu Kodali" userId="fb66fb4f9f4b814c" providerId="LiveId" clId="{27B4B832-87A9-4581-9C52-C752A202EB5F}" dt="2026-02-19T19:40:07.681" v="20"/>
        <pc:sldMkLst>
          <pc:docMk/>
          <pc:sldMk cId="2057674307" sldId="272"/>
        </pc:sldMkLst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2057674307" sldId="272"/>
            <ac:spMk id="2" creationId="{00000000-0000-0000-0000-000000000000}"/>
          </ac:spMkLst>
        </pc:spChg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2057674307" sldId="272"/>
            <ac:spMk id="3" creationId="{00000000-0000-0000-0000-000000000000}"/>
          </ac:spMkLst>
        </pc:spChg>
      </pc:sldChg>
      <pc:sldChg chg="modSp mod">
        <pc:chgData name="Suresh babu Kodali" userId="fb66fb4f9f4b814c" providerId="LiveId" clId="{27B4B832-87A9-4581-9C52-C752A202EB5F}" dt="2026-02-19T19:40:07.681" v="20"/>
        <pc:sldMkLst>
          <pc:docMk/>
          <pc:sldMk cId="1794587301" sldId="273"/>
        </pc:sldMkLst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1794587301" sldId="273"/>
            <ac:spMk id="2" creationId="{00000000-0000-0000-0000-000000000000}"/>
          </ac:spMkLst>
        </pc:spChg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1794587301" sldId="273"/>
            <ac:spMk id="3" creationId="{00000000-0000-0000-0000-000000000000}"/>
          </ac:spMkLst>
        </pc:spChg>
      </pc:sldChg>
      <pc:sldChg chg="modSp mod">
        <pc:chgData name="Suresh babu Kodali" userId="fb66fb4f9f4b814c" providerId="LiveId" clId="{27B4B832-87A9-4581-9C52-C752A202EB5F}" dt="2026-02-19T19:40:07.681" v="20"/>
        <pc:sldMkLst>
          <pc:docMk/>
          <pc:sldMk cId="2493007523" sldId="274"/>
        </pc:sldMkLst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2493007523" sldId="274"/>
            <ac:spMk id="2" creationId="{00000000-0000-0000-0000-000000000000}"/>
          </ac:spMkLst>
        </pc:spChg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2493007523" sldId="274"/>
            <ac:spMk id="3" creationId="{00000000-0000-0000-0000-000000000000}"/>
          </ac:spMkLst>
        </pc:spChg>
      </pc:sldChg>
      <pc:sldChg chg="modSp mod">
        <pc:chgData name="Suresh babu Kodali" userId="fb66fb4f9f4b814c" providerId="LiveId" clId="{27B4B832-87A9-4581-9C52-C752A202EB5F}" dt="2026-02-19T19:40:07.681" v="20"/>
        <pc:sldMkLst>
          <pc:docMk/>
          <pc:sldMk cId="3629560857" sldId="275"/>
        </pc:sldMkLst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3629560857" sldId="275"/>
            <ac:spMk id="2" creationId="{00000000-0000-0000-0000-000000000000}"/>
          </ac:spMkLst>
        </pc:spChg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3629560857" sldId="275"/>
            <ac:spMk id="3" creationId="{00000000-0000-0000-0000-000000000000}"/>
          </ac:spMkLst>
        </pc:spChg>
      </pc:sldChg>
      <pc:sldChg chg="modSp mod">
        <pc:chgData name="Suresh babu Kodali" userId="fb66fb4f9f4b814c" providerId="LiveId" clId="{27B4B832-87A9-4581-9C52-C752A202EB5F}" dt="2026-02-19T19:40:07.681" v="20"/>
        <pc:sldMkLst>
          <pc:docMk/>
          <pc:sldMk cId="2494252465" sldId="276"/>
        </pc:sldMkLst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2494252465" sldId="276"/>
            <ac:spMk id="2" creationId="{00000000-0000-0000-0000-000000000000}"/>
          </ac:spMkLst>
        </pc:spChg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2494252465" sldId="276"/>
            <ac:spMk id="3" creationId="{00000000-0000-0000-0000-000000000000}"/>
          </ac:spMkLst>
        </pc:spChg>
      </pc:sldChg>
      <pc:sldChg chg="modSp">
        <pc:chgData name="Suresh babu Kodali" userId="fb66fb4f9f4b814c" providerId="LiveId" clId="{27B4B832-87A9-4581-9C52-C752A202EB5F}" dt="2026-02-19T19:40:07.681" v="20"/>
        <pc:sldMkLst>
          <pc:docMk/>
          <pc:sldMk cId="3801660654" sldId="277"/>
        </pc:sldMkLst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3801660654" sldId="277"/>
            <ac:spMk id="2" creationId="{00000000-0000-0000-0000-000000000000}"/>
          </ac:spMkLst>
        </pc:spChg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3801660654" sldId="277"/>
            <ac:spMk id="3" creationId="{00000000-0000-0000-0000-000000000000}"/>
          </ac:spMkLst>
        </pc:spChg>
      </pc:sldChg>
      <pc:sldChg chg="modSp">
        <pc:chgData name="Suresh babu Kodali" userId="fb66fb4f9f4b814c" providerId="LiveId" clId="{27B4B832-87A9-4581-9C52-C752A202EB5F}" dt="2026-02-19T19:40:07.681" v="20"/>
        <pc:sldMkLst>
          <pc:docMk/>
          <pc:sldMk cId="2519909124" sldId="278"/>
        </pc:sldMkLst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2519909124" sldId="278"/>
            <ac:spMk id="2" creationId="{00000000-0000-0000-0000-000000000000}"/>
          </ac:spMkLst>
        </pc:spChg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2519909124" sldId="278"/>
            <ac:spMk id="3" creationId="{00000000-0000-0000-0000-000000000000}"/>
          </ac:spMkLst>
        </pc:spChg>
      </pc:sldChg>
      <pc:sldChg chg="modSp">
        <pc:chgData name="Suresh babu Kodali" userId="fb66fb4f9f4b814c" providerId="LiveId" clId="{27B4B832-87A9-4581-9C52-C752A202EB5F}" dt="2026-02-19T19:40:07.681" v="20"/>
        <pc:sldMkLst>
          <pc:docMk/>
          <pc:sldMk cId="1216751560" sldId="279"/>
        </pc:sldMkLst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1216751560" sldId="279"/>
            <ac:spMk id="2" creationId="{00000000-0000-0000-0000-000000000000}"/>
          </ac:spMkLst>
        </pc:spChg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1216751560" sldId="279"/>
            <ac:spMk id="3" creationId="{00000000-0000-0000-0000-000000000000}"/>
          </ac:spMkLst>
        </pc:spChg>
      </pc:sldChg>
      <pc:sldChg chg="modSp">
        <pc:chgData name="Suresh babu Kodali" userId="fb66fb4f9f4b814c" providerId="LiveId" clId="{27B4B832-87A9-4581-9C52-C752A202EB5F}" dt="2026-02-19T19:40:07.681" v="20"/>
        <pc:sldMkLst>
          <pc:docMk/>
          <pc:sldMk cId="2303474947" sldId="280"/>
        </pc:sldMkLst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2303474947" sldId="280"/>
            <ac:spMk id="2" creationId="{00000000-0000-0000-0000-000000000000}"/>
          </ac:spMkLst>
        </pc:spChg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2303474947" sldId="280"/>
            <ac:spMk id="3" creationId="{00000000-0000-0000-0000-000000000000}"/>
          </ac:spMkLst>
        </pc:spChg>
      </pc:sldChg>
      <pc:sldChg chg="modSp mod">
        <pc:chgData name="Suresh babu Kodali" userId="fb66fb4f9f4b814c" providerId="LiveId" clId="{27B4B832-87A9-4581-9C52-C752A202EB5F}" dt="2026-02-19T19:43:23.616" v="39" actId="20577"/>
        <pc:sldMkLst>
          <pc:docMk/>
          <pc:sldMk cId="329787518" sldId="281"/>
        </pc:sldMkLst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329787518" sldId="281"/>
            <ac:spMk id="2" creationId="{00000000-0000-0000-0000-000000000000}"/>
          </ac:spMkLst>
        </pc:spChg>
        <pc:spChg chg="mod">
          <ac:chgData name="Suresh babu Kodali" userId="fb66fb4f9f4b814c" providerId="LiveId" clId="{27B4B832-87A9-4581-9C52-C752A202EB5F}" dt="2026-02-19T19:43:23.616" v="39" actId="20577"/>
          <ac:spMkLst>
            <pc:docMk/>
            <pc:sldMk cId="329787518" sldId="281"/>
            <ac:spMk id="3" creationId="{00000000-0000-0000-0000-000000000000}"/>
          </ac:spMkLst>
        </pc:spChg>
      </pc:sldChg>
      <pc:sldChg chg="modSp">
        <pc:chgData name="Suresh babu Kodali" userId="fb66fb4f9f4b814c" providerId="LiveId" clId="{27B4B832-87A9-4581-9C52-C752A202EB5F}" dt="2026-02-19T19:40:07.681" v="20"/>
        <pc:sldMkLst>
          <pc:docMk/>
          <pc:sldMk cId="2876187254" sldId="282"/>
        </pc:sldMkLst>
        <pc:spChg chg="mod">
          <ac:chgData name="Suresh babu Kodali" userId="fb66fb4f9f4b814c" providerId="LiveId" clId="{27B4B832-87A9-4581-9C52-C752A202EB5F}" dt="2026-02-19T19:40:07.681" v="20"/>
          <ac:spMkLst>
            <pc:docMk/>
            <pc:sldMk cId="2876187254" sldId="282"/>
            <ac:spMk id="2" creationId="{00000000-0000-0000-0000-000000000000}"/>
          </ac:spMkLst>
        </pc:spChg>
      </pc:sldChg>
      <pc:sldMasterChg chg="modTransition modSldLayout">
        <pc:chgData name="Suresh babu Kodali" userId="fb66fb4f9f4b814c" providerId="LiveId" clId="{27B4B832-87A9-4581-9C52-C752A202EB5F}" dt="2026-02-19T19:38:42.869" v="0"/>
        <pc:sldMasterMkLst>
          <pc:docMk/>
          <pc:sldMasterMk cId="3045501993" sldId="2147483684"/>
        </pc:sldMasterMkLst>
        <pc:sldLayoutChg chg="modTransition">
          <pc:chgData name="Suresh babu Kodali" userId="fb66fb4f9f4b814c" providerId="LiveId" clId="{27B4B832-87A9-4581-9C52-C752A202EB5F}" dt="2026-02-19T19:38:42.869" v="0"/>
          <pc:sldLayoutMkLst>
            <pc:docMk/>
            <pc:sldMasterMk cId="3045501993" sldId="2147483684"/>
            <pc:sldLayoutMk cId="664892850" sldId="2147483685"/>
          </pc:sldLayoutMkLst>
        </pc:sldLayoutChg>
        <pc:sldLayoutChg chg="modTransition">
          <pc:chgData name="Suresh babu Kodali" userId="fb66fb4f9f4b814c" providerId="LiveId" clId="{27B4B832-87A9-4581-9C52-C752A202EB5F}" dt="2026-02-19T19:38:42.869" v="0"/>
          <pc:sldLayoutMkLst>
            <pc:docMk/>
            <pc:sldMasterMk cId="3045501993" sldId="2147483684"/>
            <pc:sldLayoutMk cId="3723511086" sldId="2147483686"/>
          </pc:sldLayoutMkLst>
        </pc:sldLayoutChg>
        <pc:sldLayoutChg chg="modTransition">
          <pc:chgData name="Suresh babu Kodali" userId="fb66fb4f9f4b814c" providerId="LiveId" clId="{27B4B832-87A9-4581-9C52-C752A202EB5F}" dt="2026-02-19T19:38:42.869" v="0"/>
          <pc:sldLayoutMkLst>
            <pc:docMk/>
            <pc:sldMasterMk cId="3045501993" sldId="2147483684"/>
            <pc:sldLayoutMk cId="967309599" sldId="2147483687"/>
          </pc:sldLayoutMkLst>
        </pc:sldLayoutChg>
        <pc:sldLayoutChg chg="modTransition">
          <pc:chgData name="Suresh babu Kodali" userId="fb66fb4f9f4b814c" providerId="LiveId" clId="{27B4B832-87A9-4581-9C52-C752A202EB5F}" dt="2026-02-19T19:38:42.869" v="0"/>
          <pc:sldLayoutMkLst>
            <pc:docMk/>
            <pc:sldMasterMk cId="3045501993" sldId="2147483684"/>
            <pc:sldLayoutMk cId="2214121506" sldId="2147483690"/>
          </pc:sldLayoutMkLst>
        </pc:sldLayoutChg>
        <pc:sldLayoutChg chg="modTransition">
          <pc:chgData name="Suresh babu Kodali" userId="fb66fb4f9f4b814c" providerId="LiveId" clId="{27B4B832-87A9-4581-9C52-C752A202EB5F}" dt="2026-02-19T19:38:42.869" v="0"/>
          <pc:sldLayoutMkLst>
            <pc:docMk/>
            <pc:sldMasterMk cId="3045501993" sldId="2147483684"/>
            <pc:sldLayoutMk cId="478701801" sldId="2147483691"/>
          </pc:sldLayoutMkLst>
        </pc:sldLayoutChg>
        <pc:sldLayoutChg chg="modTransition">
          <pc:chgData name="Suresh babu Kodali" userId="fb66fb4f9f4b814c" providerId="LiveId" clId="{27B4B832-87A9-4581-9C52-C752A202EB5F}" dt="2026-02-19T19:38:42.869" v="0"/>
          <pc:sldLayoutMkLst>
            <pc:docMk/>
            <pc:sldMasterMk cId="3045501993" sldId="2147483684"/>
            <pc:sldLayoutMk cId="2648035224" sldId="2147483692"/>
          </pc:sldLayoutMkLst>
        </pc:sldLayoutChg>
        <pc:sldLayoutChg chg="modTransition">
          <pc:chgData name="Suresh babu Kodali" userId="fb66fb4f9f4b814c" providerId="LiveId" clId="{27B4B832-87A9-4581-9C52-C752A202EB5F}" dt="2026-02-19T19:38:42.869" v="0"/>
          <pc:sldLayoutMkLst>
            <pc:docMk/>
            <pc:sldMasterMk cId="3045501993" sldId="2147483684"/>
            <pc:sldLayoutMk cId="4183519853" sldId="2147483693"/>
          </pc:sldLayoutMkLst>
        </pc:sldLayoutChg>
        <pc:sldLayoutChg chg="modTransition">
          <pc:chgData name="Suresh babu Kodali" userId="fb66fb4f9f4b814c" providerId="LiveId" clId="{27B4B832-87A9-4581-9C52-C752A202EB5F}" dt="2026-02-19T19:38:42.869" v="0"/>
          <pc:sldLayoutMkLst>
            <pc:docMk/>
            <pc:sldMasterMk cId="3045501993" sldId="2147483684"/>
            <pc:sldLayoutMk cId="2683717102" sldId="2147483700"/>
          </pc:sldLayoutMkLst>
        </pc:sldLayoutChg>
        <pc:sldLayoutChg chg="modTransition">
          <pc:chgData name="Suresh babu Kodali" userId="fb66fb4f9f4b814c" providerId="LiveId" clId="{27B4B832-87A9-4581-9C52-C752A202EB5F}" dt="2026-02-19T19:38:42.869" v="0"/>
          <pc:sldLayoutMkLst>
            <pc:docMk/>
            <pc:sldMasterMk cId="3045501993" sldId="2147483684"/>
            <pc:sldLayoutMk cId="2741255058" sldId="2147483701"/>
          </pc:sldLayoutMkLst>
        </pc:sldLayoutChg>
      </pc:sldMasterChg>
      <pc:sldMasterChg chg="modTransition modSldLayout">
        <pc:chgData name="Suresh babu Kodali" userId="fb66fb4f9f4b814c" providerId="LiveId" clId="{27B4B832-87A9-4581-9C52-C752A202EB5F}" dt="2026-02-19T19:39:02.103" v="6"/>
        <pc:sldMasterMkLst>
          <pc:docMk/>
          <pc:sldMasterMk cId="247238070" sldId="2147483702"/>
        </pc:sldMasterMkLst>
        <pc:sldLayoutChg chg="modTransition">
          <pc:chgData name="Suresh babu Kodali" userId="fb66fb4f9f4b814c" providerId="LiveId" clId="{27B4B832-87A9-4581-9C52-C752A202EB5F}" dt="2026-02-19T19:39:02.103" v="6"/>
          <pc:sldLayoutMkLst>
            <pc:docMk/>
            <pc:sldMasterMk cId="247238070" sldId="2147483702"/>
            <pc:sldLayoutMk cId="1873985952" sldId="2147483703"/>
          </pc:sldLayoutMkLst>
        </pc:sldLayoutChg>
        <pc:sldLayoutChg chg="modTransition">
          <pc:chgData name="Suresh babu Kodali" userId="fb66fb4f9f4b814c" providerId="LiveId" clId="{27B4B832-87A9-4581-9C52-C752A202EB5F}" dt="2026-02-19T19:39:02.103" v="6"/>
          <pc:sldLayoutMkLst>
            <pc:docMk/>
            <pc:sldMasterMk cId="247238070" sldId="2147483702"/>
            <pc:sldLayoutMk cId="2434256056" sldId="2147483704"/>
          </pc:sldLayoutMkLst>
        </pc:sldLayoutChg>
        <pc:sldLayoutChg chg="modTransition">
          <pc:chgData name="Suresh babu Kodali" userId="fb66fb4f9f4b814c" providerId="LiveId" clId="{27B4B832-87A9-4581-9C52-C752A202EB5F}" dt="2026-02-19T19:39:02.103" v="6"/>
          <pc:sldLayoutMkLst>
            <pc:docMk/>
            <pc:sldMasterMk cId="247238070" sldId="2147483702"/>
            <pc:sldLayoutMk cId="2971484925" sldId="2147483705"/>
          </pc:sldLayoutMkLst>
        </pc:sldLayoutChg>
        <pc:sldLayoutChg chg="modTransition">
          <pc:chgData name="Suresh babu Kodali" userId="fb66fb4f9f4b814c" providerId="LiveId" clId="{27B4B832-87A9-4581-9C52-C752A202EB5F}" dt="2026-02-19T19:39:02.103" v="6"/>
          <pc:sldLayoutMkLst>
            <pc:docMk/>
            <pc:sldMasterMk cId="247238070" sldId="2147483702"/>
            <pc:sldLayoutMk cId="3846225638" sldId="2147483708"/>
          </pc:sldLayoutMkLst>
        </pc:sldLayoutChg>
        <pc:sldLayoutChg chg="modTransition">
          <pc:chgData name="Suresh babu Kodali" userId="fb66fb4f9f4b814c" providerId="LiveId" clId="{27B4B832-87A9-4581-9C52-C752A202EB5F}" dt="2026-02-19T19:39:02.103" v="6"/>
          <pc:sldLayoutMkLst>
            <pc:docMk/>
            <pc:sldMasterMk cId="247238070" sldId="2147483702"/>
            <pc:sldLayoutMk cId="1848350995" sldId="2147483709"/>
          </pc:sldLayoutMkLst>
        </pc:sldLayoutChg>
        <pc:sldLayoutChg chg="modTransition">
          <pc:chgData name="Suresh babu Kodali" userId="fb66fb4f9f4b814c" providerId="LiveId" clId="{27B4B832-87A9-4581-9C52-C752A202EB5F}" dt="2026-02-19T19:39:02.103" v="6"/>
          <pc:sldLayoutMkLst>
            <pc:docMk/>
            <pc:sldMasterMk cId="247238070" sldId="2147483702"/>
            <pc:sldLayoutMk cId="2195678029" sldId="2147483710"/>
          </pc:sldLayoutMkLst>
        </pc:sldLayoutChg>
        <pc:sldLayoutChg chg="modTransition">
          <pc:chgData name="Suresh babu Kodali" userId="fb66fb4f9f4b814c" providerId="LiveId" clId="{27B4B832-87A9-4581-9C52-C752A202EB5F}" dt="2026-02-19T19:39:02.103" v="6"/>
          <pc:sldLayoutMkLst>
            <pc:docMk/>
            <pc:sldMasterMk cId="247238070" sldId="2147483702"/>
            <pc:sldLayoutMk cId="854960480" sldId="2147483711"/>
          </pc:sldLayoutMkLst>
        </pc:sldLayoutChg>
        <pc:sldLayoutChg chg="modTransition">
          <pc:chgData name="Suresh babu Kodali" userId="fb66fb4f9f4b814c" providerId="LiveId" clId="{27B4B832-87A9-4581-9C52-C752A202EB5F}" dt="2026-02-19T19:39:02.103" v="6"/>
          <pc:sldLayoutMkLst>
            <pc:docMk/>
            <pc:sldMasterMk cId="247238070" sldId="2147483702"/>
            <pc:sldLayoutMk cId="4154972130" sldId="2147483718"/>
          </pc:sldLayoutMkLst>
        </pc:sldLayoutChg>
        <pc:sldLayoutChg chg="modTransition">
          <pc:chgData name="Suresh babu Kodali" userId="fb66fb4f9f4b814c" providerId="LiveId" clId="{27B4B832-87A9-4581-9C52-C752A202EB5F}" dt="2026-02-19T19:39:02.103" v="6"/>
          <pc:sldLayoutMkLst>
            <pc:docMk/>
            <pc:sldMasterMk cId="247238070" sldId="2147483702"/>
            <pc:sldLayoutMk cId="2667840377" sldId="2147483719"/>
          </pc:sldLayoutMkLst>
        </pc:sldLayoutChg>
      </pc:sldMasterChg>
      <pc:sldMasterChg chg="modTransition modSldLayout">
        <pc:chgData name="Suresh babu Kodali" userId="fb66fb4f9f4b814c" providerId="LiveId" clId="{27B4B832-87A9-4581-9C52-C752A202EB5F}" dt="2026-02-19T19:39:04.769" v="12"/>
        <pc:sldMasterMkLst>
          <pc:docMk/>
          <pc:sldMasterMk cId="2167985367" sldId="2147483720"/>
        </pc:sldMasterMkLst>
        <pc:sldLayoutChg chg="modTransition">
          <pc:chgData name="Suresh babu Kodali" userId="fb66fb4f9f4b814c" providerId="LiveId" clId="{27B4B832-87A9-4581-9C52-C752A202EB5F}" dt="2026-02-19T19:39:04.769" v="12"/>
          <pc:sldLayoutMkLst>
            <pc:docMk/>
            <pc:sldMasterMk cId="2167985367" sldId="2147483720"/>
            <pc:sldLayoutMk cId="326917113" sldId="2147483721"/>
          </pc:sldLayoutMkLst>
        </pc:sldLayoutChg>
        <pc:sldLayoutChg chg="modTransition">
          <pc:chgData name="Suresh babu Kodali" userId="fb66fb4f9f4b814c" providerId="LiveId" clId="{27B4B832-87A9-4581-9C52-C752A202EB5F}" dt="2026-02-19T19:39:04.769" v="12"/>
          <pc:sldLayoutMkLst>
            <pc:docMk/>
            <pc:sldMasterMk cId="2167985367" sldId="2147483720"/>
            <pc:sldLayoutMk cId="3089102719" sldId="2147483722"/>
          </pc:sldLayoutMkLst>
        </pc:sldLayoutChg>
        <pc:sldLayoutChg chg="modTransition">
          <pc:chgData name="Suresh babu Kodali" userId="fb66fb4f9f4b814c" providerId="LiveId" clId="{27B4B832-87A9-4581-9C52-C752A202EB5F}" dt="2026-02-19T19:39:04.769" v="12"/>
          <pc:sldLayoutMkLst>
            <pc:docMk/>
            <pc:sldMasterMk cId="2167985367" sldId="2147483720"/>
            <pc:sldLayoutMk cId="4136856628" sldId="2147483723"/>
          </pc:sldLayoutMkLst>
        </pc:sldLayoutChg>
        <pc:sldLayoutChg chg="modTransition">
          <pc:chgData name="Suresh babu Kodali" userId="fb66fb4f9f4b814c" providerId="LiveId" clId="{27B4B832-87A9-4581-9C52-C752A202EB5F}" dt="2026-02-19T19:39:04.769" v="12"/>
          <pc:sldLayoutMkLst>
            <pc:docMk/>
            <pc:sldMasterMk cId="2167985367" sldId="2147483720"/>
            <pc:sldLayoutMk cId="1932006089" sldId="2147483726"/>
          </pc:sldLayoutMkLst>
        </pc:sldLayoutChg>
        <pc:sldLayoutChg chg="modTransition">
          <pc:chgData name="Suresh babu Kodali" userId="fb66fb4f9f4b814c" providerId="LiveId" clId="{27B4B832-87A9-4581-9C52-C752A202EB5F}" dt="2026-02-19T19:39:04.769" v="12"/>
          <pc:sldLayoutMkLst>
            <pc:docMk/>
            <pc:sldMasterMk cId="2167985367" sldId="2147483720"/>
            <pc:sldLayoutMk cId="552826026" sldId="2147483727"/>
          </pc:sldLayoutMkLst>
        </pc:sldLayoutChg>
        <pc:sldLayoutChg chg="modTransition">
          <pc:chgData name="Suresh babu Kodali" userId="fb66fb4f9f4b814c" providerId="LiveId" clId="{27B4B832-87A9-4581-9C52-C752A202EB5F}" dt="2026-02-19T19:39:04.769" v="12"/>
          <pc:sldLayoutMkLst>
            <pc:docMk/>
            <pc:sldMasterMk cId="2167985367" sldId="2147483720"/>
            <pc:sldLayoutMk cId="2549319782" sldId="2147483728"/>
          </pc:sldLayoutMkLst>
        </pc:sldLayoutChg>
        <pc:sldLayoutChg chg="modTransition">
          <pc:chgData name="Suresh babu Kodali" userId="fb66fb4f9f4b814c" providerId="LiveId" clId="{27B4B832-87A9-4581-9C52-C752A202EB5F}" dt="2026-02-19T19:39:04.769" v="12"/>
          <pc:sldLayoutMkLst>
            <pc:docMk/>
            <pc:sldMasterMk cId="2167985367" sldId="2147483720"/>
            <pc:sldLayoutMk cId="1547251277" sldId="2147483729"/>
          </pc:sldLayoutMkLst>
        </pc:sldLayoutChg>
        <pc:sldLayoutChg chg="modTransition">
          <pc:chgData name="Suresh babu Kodali" userId="fb66fb4f9f4b814c" providerId="LiveId" clId="{27B4B832-87A9-4581-9C52-C752A202EB5F}" dt="2026-02-19T19:39:04.769" v="12"/>
          <pc:sldLayoutMkLst>
            <pc:docMk/>
            <pc:sldMasterMk cId="2167985367" sldId="2147483720"/>
            <pc:sldLayoutMk cId="1060923631" sldId="2147483736"/>
          </pc:sldLayoutMkLst>
        </pc:sldLayoutChg>
        <pc:sldLayoutChg chg="modTransition">
          <pc:chgData name="Suresh babu Kodali" userId="fb66fb4f9f4b814c" providerId="LiveId" clId="{27B4B832-87A9-4581-9C52-C752A202EB5F}" dt="2026-02-19T19:39:04.769" v="12"/>
          <pc:sldLayoutMkLst>
            <pc:docMk/>
            <pc:sldMasterMk cId="2167985367" sldId="2147483720"/>
            <pc:sldLayoutMk cId="245451292" sldId="2147483737"/>
          </pc:sldLayoutMkLst>
        </pc:sldLayoutChg>
      </pc:sldMasterChg>
      <pc:sldMasterChg chg="modTransition modSldLayout">
        <pc:chgData name="Suresh babu Kodali" userId="fb66fb4f9f4b814c" providerId="LiveId" clId="{27B4B832-87A9-4581-9C52-C752A202EB5F}" dt="2026-02-19T19:39:16.052" v="15"/>
        <pc:sldMasterMkLst>
          <pc:docMk/>
          <pc:sldMasterMk cId="2780162932" sldId="2147483738"/>
        </pc:sldMasterMkLst>
        <pc:sldLayoutChg chg="modTransition">
          <pc:chgData name="Suresh babu Kodali" userId="fb66fb4f9f4b814c" providerId="LiveId" clId="{27B4B832-87A9-4581-9C52-C752A202EB5F}" dt="2026-02-19T19:39:16.052" v="15"/>
          <pc:sldLayoutMkLst>
            <pc:docMk/>
            <pc:sldMasterMk cId="2780162932" sldId="2147483738"/>
            <pc:sldLayoutMk cId="1836796117" sldId="2147483739"/>
          </pc:sldLayoutMkLst>
        </pc:sldLayoutChg>
        <pc:sldLayoutChg chg="modTransition">
          <pc:chgData name="Suresh babu Kodali" userId="fb66fb4f9f4b814c" providerId="LiveId" clId="{27B4B832-87A9-4581-9C52-C752A202EB5F}" dt="2026-02-19T19:39:16.052" v="15"/>
          <pc:sldLayoutMkLst>
            <pc:docMk/>
            <pc:sldMasterMk cId="2780162932" sldId="2147483738"/>
            <pc:sldLayoutMk cId="245889161" sldId="2147483740"/>
          </pc:sldLayoutMkLst>
        </pc:sldLayoutChg>
        <pc:sldLayoutChg chg="modTransition">
          <pc:chgData name="Suresh babu Kodali" userId="fb66fb4f9f4b814c" providerId="LiveId" clId="{27B4B832-87A9-4581-9C52-C752A202EB5F}" dt="2026-02-19T19:39:16.052" v="15"/>
          <pc:sldLayoutMkLst>
            <pc:docMk/>
            <pc:sldMasterMk cId="2780162932" sldId="2147483738"/>
            <pc:sldLayoutMk cId="756126290" sldId="2147483741"/>
          </pc:sldLayoutMkLst>
        </pc:sldLayoutChg>
        <pc:sldLayoutChg chg="modTransition">
          <pc:chgData name="Suresh babu Kodali" userId="fb66fb4f9f4b814c" providerId="LiveId" clId="{27B4B832-87A9-4581-9C52-C752A202EB5F}" dt="2026-02-19T19:39:16.052" v="15"/>
          <pc:sldLayoutMkLst>
            <pc:docMk/>
            <pc:sldMasterMk cId="2780162932" sldId="2147483738"/>
            <pc:sldLayoutMk cId="1234046493" sldId="2147483744"/>
          </pc:sldLayoutMkLst>
        </pc:sldLayoutChg>
        <pc:sldLayoutChg chg="modTransition">
          <pc:chgData name="Suresh babu Kodali" userId="fb66fb4f9f4b814c" providerId="LiveId" clId="{27B4B832-87A9-4581-9C52-C752A202EB5F}" dt="2026-02-19T19:39:16.052" v="15"/>
          <pc:sldLayoutMkLst>
            <pc:docMk/>
            <pc:sldMasterMk cId="2780162932" sldId="2147483738"/>
            <pc:sldLayoutMk cId="994035183" sldId="2147483745"/>
          </pc:sldLayoutMkLst>
        </pc:sldLayoutChg>
        <pc:sldLayoutChg chg="modTransition">
          <pc:chgData name="Suresh babu Kodali" userId="fb66fb4f9f4b814c" providerId="LiveId" clId="{27B4B832-87A9-4581-9C52-C752A202EB5F}" dt="2026-02-19T19:39:16.052" v="15"/>
          <pc:sldLayoutMkLst>
            <pc:docMk/>
            <pc:sldMasterMk cId="2780162932" sldId="2147483738"/>
            <pc:sldLayoutMk cId="593065273" sldId="2147483746"/>
          </pc:sldLayoutMkLst>
        </pc:sldLayoutChg>
        <pc:sldLayoutChg chg="modTransition">
          <pc:chgData name="Suresh babu Kodali" userId="fb66fb4f9f4b814c" providerId="LiveId" clId="{27B4B832-87A9-4581-9C52-C752A202EB5F}" dt="2026-02-19T19:39:16.052" v="15"/>
          <pc:sldLayoutMkLst>
            <pc:docMk/>
            <pc:sldMasterMk cId="2780162932" sldId="2147483738"/>
            <pc:sldLayoutMk cId="329349401" sldId="2147483747"/>
          </pc:sldLayoutMkLst>
        </pc:sldLayoutChg>
        <pc:sldLayoutChg chg="modTransition">
          <pc:chgData name="Suresh babu Kodali" userId="fb66fb4f9f4b814c" providerId="LiveId" clId="{27B4B832-87A9-4581-9C52-C752A202EB5F}" dt="2026-02-19T19:39:16.052" v="15"/>
          <pc:sldLayoutMkLst>
            <pc:docMk/>
            <pc:sldMasterMk cId="2780162932" sldId="2147483738"/>
            <pc:sldLayoutMk cId="460199909" sldId="2147483754"/>
          </pc:sldLayoutMkLst>
        </pc:sldLayoutChg>
        <pc:sldLayoutChg chg="modTransition">
          <pc:chgData name="Suresh babu Kodali" userId="fb66fb4f9f4b814c" providerId="LiveId" clId="{27B4B832-87A9-4581-9C52-C752A202EB5F}" dt="2026-02-19T19:39:16.052" v="15"/>
          <pc:sldLayoutMkLst>
            <pc:docMk/>
            <pc:sldMasterMk cId="2780162932" sldId="2147483738"/>
            <pc:sldLayoutMk cId="2770581451" sldId="2147483755"/>
          </pc:sldLayoutMkLst>
        </pc:sldLayoutChg>
      </pc:sldMasterChg>
      <pc:sldMasterChg chg="modTransition modSldLayout">
        <pc:chgData name="Suresh babu Kodali" userId="fb66fb4f9f4b814c" providerId="LiveId" clId="{27B4B832-87A9-4581-9C52-C752A202EB5F}" dt="2026-02-19T19:39:28.517" v="16"/>
        <pc:sldMasterMkLst>
          <pc:docMk/>
          <pc:sldMasterMk cId="3841494202" sldId="2147483756"/>
        </pc:sldMasterMkLst>
        <pc:sldLayoutChg chg="modTransition">
          <pc:chgData name="Suresh babu Kodali" userId="fb66fb4f9f4b814c" providerId="LiveId" clId="{27B4B832-87A9-4581-9C52-C752A202EB5F}" dt="2026-02-19T19:39:28.517" v="16"/>
          <pc:sldLayoutMkLst>
            <pc:docMk/>
            <pc:sldMasterMk cId="3841494202" sldId="2147483756"/>
            <pc:sldLayoutMk cId="2794124788" sldId="2147483757"/>
          </pc:sldLayoutMkLst>
        </pc:sldLayoutChg>
        <pc:sldLayoutChg chg="modTransition">
          <pc:chgData name="Suresh babu Kodali" userId="fb66fb4f9f4b814c" providerId="LiveId" clId="{27B4B832-87A9-4581-9C52-C752A202EB5F}" dt="2026-02-19T19:39:28.517" v="16"/>
          <pc:sldLayoutMkLst>
            <pc:docMk/>
            <pc:sldMasterMk cId="3841494202" sldId="2147483756"/>
            <pc:sldLayoutMk cId="4220225576" sldId="2147483758"/>
          </pc:sldLayoutMkLst>
        </pc:sldLayoutChg>
        <pc:sldLayoutChg chg="modTransition">
          <pc:chgData name="Suresh babu Kodali" userId="fb66fb4f9f4b814c" providerId="LiveId" clId="{27B4B832-87A9-4581-9C52-C752A202EB5F}" dt="2026-02-19T19:39:28.517" v="16"/>
          <pc:sldLayoutMkLst>
            <pc:docMk/>
            <pc:sldMasterMk cId="3841494202" sldId="2147483756"/>
            <pc:sldLayoutMk cId="2748568341" sldId="2147483759"/>
          </pc:sldLayoutMkLst>
        </pc:sldLayoutChg>
        <pc:sldLayoutChg chg="modTransition">
          <pc:chgData name="Suresh babu Kodali" userId="fb66fb4f9f4b814c" providerId="LiveId" clId="{27B4B832-87A9-4581-9C52-C752A202EB5F}" dt="2026-02-19T19:39:28.517" v="16"/>
          <pc:sldLayoutMkLst>
            <pc:docMk/>
            <pc:sldMasterMk cId="3841494202" sldId="2147483756"/>
            <pc:sldLayoutMk cId="568586406" sldId="2147483762"/>
          </pc:sldLayoutMkLst>
        </pc:sldLayoutChg>
        <pc:sldLayoutChg chg="modTransition">
          <pc:chgData name="Suresh babu Kodali" userId="fb66fb4f9f4b814c" providerId="LiveId" clId="{27B4B832-87A9-4581-9C52-C752A202EB5F}" dt="2026-02-19T19:39:28.517" v="16"/>
          <pc:sldLayoutMkLst>
            <pc:docMk/>
            <pc:sldMasterMk cId="3841494202" sldId="2147483756"/>
            <pc:sldLayoutMk cId="1586542419" sldId="2147483763"/>
          </pc:sldLayoutMkLst>
        </pc:sldLayoutChg>
        <pc:sldLayoutChg chg="modTransition">
          <pc:chgData name="Suresh babu Kodali" userId="fb66fb4f9f4b814c" providerId="LiveId" clId="{27B4B832-87A9-4581-9C52-C752A202EB5F}" dt="2026-02-19T19:39:28.517" v="16"/>
          <pc:sldLayoutMkLst>
            <pc:docMk/>
            <pc:sldMasterMk cId="3841494202" sldId="2147483756"/>
            <pc:sldLayoutMk cId="2239871604" sldId="2147483764"/>
          </pc:sldLayoutMkLst>
        </pc:sldLayoutChg>
        <pc:sldLayoutChg chg="modTransition">
          <pc:chgData name="Suresh babu Kodali" userId="fb66fb4f9f4b814c" providerId="LiveId" clId="{27B4B832-87A9-4581-9C52-C752A202EB5F}" dt="2026-02-19T19:39:28.517" v="16"/>
          <pc:sldLayoutMkLst>
            <pc:docMk/>
            <pc:sldMasterMk cId="3841494202" sldId="2147483756"/>
            <pc:sldLayoutMk cId="3151449992" sldId="2147483765"/>
          </pc:sldLayoutMkLst>
        </pc:sldLayoutChg>
        <pc:sldLayoutChg chg="modTransition">
          <pc:chgData name="Suresh babu Kodali" userId="fb66fb4f9f4b814c" providerId="LiveId" clId="{27B4B832-87A9-4581-9C52-C752A202EB5F}" dt="2026-02-19T19:39:28.517" v="16"/>
          <pc:sldLayoutMkLst>
            <pc:docMk/>
            <pc:sldMasterMk cId="3841494202" sldId="2147483756"/>
            <pc:sldLayoutMk cId="294600146" sldId="2147483772"/>
          </pc:sldLayoutMkLst>
        </pc:sldLayoutChg>
        <pc:sldLayoutChg chg="modTransition">
          <pc:chgData name="Suresh babu Kodali" userId="fb66fb4f9f4b814c" providerId="LiveId" clId="{27B4B832-87A9-4581-9C52-C752A202EB5F}" dt="2026-02-19T19:39:28.517" v="16"/>
          <pc:sldLayoutMkLst>
            <pc:docMk/>
            <pc:sldMasterMk cId="3841494202" sldId="2147483756"/>
            <pc:sldLayoutMk cId="1841764180" sldId="2147483773"/>
          </pc:sldLayoutMkLst>
        </pc:sldLayoutChg>
      </pc:sldMasterChg>
      <pc:sldMasterChg chg="modTransition modSldLayout">
        <pc:chgData name="Suresh babu Kodali" userId="fb66fb4f9f4b814c" providerId="LiveId" clId="{27B4B832-87A9-4581-9C52-C752A202EB5F}" dt="2026-02-19T19:39:47.189" v="17"/>
        <pc:sldMasterMkLst>
          <pc:docMk/>
          <pc:sldMasterMk cId="2352136450" sldId="2147483774"/>
        </pc:sldMasterMkLst>
        <pc:sldLayoutChg chg="modTransition">
          <pc:chgData name="Suresh babu Kodali" userId="fb66fb4f9f4b814c" providerId="LiveId" clId="{27B4B832-87A9-4581-9C52-C752A202EB5F}" dt="2026-02-19T19:39:47.189" v="17"/>
          <pc:sldLayoutMkLst>
            <pc:docMk/>
            <pc:sldMasterMk cId="2352136450" sldId="2147483774"/>
            <pc:sldLayoutMk cId="2917547540" sldId="2147483775"/>
          </pc:sldLayoutMkLst>
        </pc:sldLayoutChg>
        <pc:sldLayoutChg chg="modTransition">
          <pc:chgData name="Suresh babu Kodali" userId="fb66fb4f9f4b814c" providerId="LiveId" clId="{27B4B832-87A9-4581-9C52-C752A202EB5F}" dt="2026-02-19T19:39:47.189" v="17"/>
          <pc:sldLayoutMkLst>
            <pc:docMk/>
            <pc:sldMasterMk cId="2352136450" sldId="2147483774"/>
            <pc:sldLayoutMk cId="3600721232" sldId="2147483776"/>
          </pc:sldLayoutMkLst>
        </pc:sldLayoutChg>
        <pc:sldLayoutChg chg="modTransition">
          <pc:chgData name="Suresh babu Kodali" userId="fb66fb4f9f4b814c" providerId="LiveId" clId="{27B4B832-87A9-4581-9C52-C752A202EB5F}" dt="2026-02-19T19:39:47.189" v="17"/>
          <pc:sldLayoutMkLst>
            <pc:docMk/>
            <pc:sldMasterMk cId="2352136450" sldId="2147483774"/>
            <pc:sldLayoutMk cId="1036865437" sldId="2147483777"/>
          </pc:sldLayoutMkLst>
        </pc:sldLayoutChg>
        <pc:sldLayoutChg chg="modTransition">
          <pc:chgData name="Suresh babu Kodali" userId="fb66fb4f9f4b814c" providerId="LiveId" clId="{27B4B832-87A9-4581-9C52-C752A202EB5F}" dt="2026-02-19T19:39:47.189" v="17"/>
          <pc:sldLayoutMkLst>
            <pc:docMk/>
            <pc:sldMasterMk cId="2352136450" sldId="2147483774"/>
            <pc:sldLayoutMk cId="499104544" sldId="2147483780"/>
          </pc:sldLayoutMkLst>
        </pc:sldLayoutChg>
        <pc:sldLayoutChg chg="modTransition">
          <pc:chgData name="Suresh babu Kodali" userId="fb66fb4f9f4b814c" providerId="LiveId" clId="{27B4B832-87A9-4581-9C52-C752A202EB5F}" dt="2026-02-19T19:39:47.189" v="17"/>
          <pc:sldLayoutMkLst>
            <pc:docMk/>
            <pc:sldMasterMk cId="2352136450" sldId="2147483774"/>
            <pc:sldLayoutMk cId="1297742343" sldId="2147483781"/>
          </pc:sldLayoutMkLst>
        </pc:sldLayoutChg>
        <pc:sldLayoutChg chg="modTransition">
          <pc:chgData name="Suresh babu Kodali" userId="fb66fb4f9f4b814c" providerId="LiveId" clId="{27B4B832-87A9-4581-9C52-C752A202EB5F}" dt="2026-02-19T19:39:47.189" v="17"/>
          <pc:sldLayoutMkLst>
            <pc:docMk/>
            <pc:sldMasterMk cId="2352136450" sldId="2147483774"/>
            <pc:sldLayoutMk cId="2661542600" sldId="2147483782"/>
          </pc:sldLayoutMkLst>
        </pc:sldLayoutChg>
        <pc:sldLayoutChg chg="modTransition">
          <pc:chgData name="Suresh babu Kodali" userId="fb66fb4f9f4b814c" providerId="LiveId" clId="{27B4B832-87A9-4581-9C52-C752A202EB5F}" dt="2026-02-19T19:39:47.189" v="17"/>
          <pc:sldLayoutMkLst>
            <pc:docMk/>
            <pc:sldMasterMk cId="2352136450" sldId="2147483774"/>
            <pc:sldLayoutMk cId="320384412" sldId="2147483783"/>
          </pc:sldLayoutMkLst>
        </pc:sldLayoutChg>
        <pc:sldLayoutChg chg="modTransition">
          <pc:chgData name="Suresh babu Kodali" userId="fb66fb4f9f4b814c" providerId="LiveId" clId="{27B4B832-87A9-4581-9C52-C752A202EB5F}" dt="2026-02-19T19:39:47.189" v="17"/>
          <pc:sldLayoutMkLst>
            <pc:docMk/>
            <pc:sldMasterMk cId="2352136450" sldId="2147483774"/>
            <pc:sldLayoutMk cId="2222506799" sldId="2147483790"/>
          </pc:sldLayoutMkLst>
        </pc:sldLayoutChg>
        <pc:sldLayoutChg chg="modTransition">
          <pc:chgData name="Suresh babu Kodali" userId="fb66fb4f9f4b814c" providerId="LiveId" clId="{27B4B832-87A9-4581-9C52-C752A202EB5F}" dt="2026-02-19T19:39:47.189" v="17"/>
          <pc:sldLayoutMkLst>
            <pc:docMk/>
            <pc:sldMasterMk cId="2352136450" sldId="2147483774"/>
            <pc:sldLayoutMk cId="3655625851" sldId="2147483791"/>
          </pc:sldLayoutMkLst>
        </pc:sldLayoutChg>
      </pc:sldMasterChg>
      <pc:sldMasterChg chg="modTransition modSldLayout">
        <pc:chgData name="Suresh babu Kodali" userId="fb66fb4f9f4b814c" providerId="LiveId" clId="{27B4B832-87A9-4581-9C52-C752A202EB5F}" dt="2026-02-19T19:39:57.061" v="18"/>
        <pc:sldMasterMkLst>
          <pc:docMk/>
          <pc:sldMasterMk cId="1357803202" sldId="2147483792"/>
        </pc:sldMasterMkLst>
        <pc:sldLayoutChg chg="modTransition">
          <pc:chgData name="Suresh babu Kodali" userId="fb66fb4f9f4b814c" providerId="LiveId" clId="{27B4B832-87A9-4581-9C52-C752A202EB5F}" dt="2026-02-19T19:39:57.061" v="18"/>
          <pc:sldLayoutMkLst>
            <pc:docMk/>
            <pc:sldMasterMk cId="1357803202" sldId="2147483792"/>
            <pc:sldLayoutMk cId="2930858276" sldId="2147483793"/>
          </pc:sldLayoutMkLst>
        </pc:sldLayoutChg>
        <pc:sldLayoutChg chg="modTransition">
          <pc:chgData name="Suresh babu Kodali" userId="fb66fb4f9f4b814c" providerId="LiveId" clId="{27B4B832-87A9-4581-9C52-C752A202EB5F}" dt="2026-02-19T19:39:57.061" v="18"/>
          <pc:sldLayoutMkLst>
            <pc:docMk/>
            <pc:sldMasterMk cId="1357803202" sldId="2147483792"/>
            <pc:sldLayoutMk cId="225786762" sldId="2147483794"/>
          </pc:sldLayoutMkLst>
        </pc:sldLayoutChg>
        <pc:sldLayoutChg chg="modTransition">
          <pc:chgData name="Suresh babu Kodali" userId="fb66fb4f9f4b814c" providerId="LiveId" clId="{27B4B832-87A9-4581-9C52-C752A202EB5F}" dt="2026-02-19T19:39:57.061" v="18"/>
          <pc:sldLayoutMkLst>
            <pc:docMk/>
            <pc:sldMasterMk cId="1357803202" sldId="2147483792"/>
            <pc:sldLayoutMk cId="3002657311" sldId="2147483795"/>
          </pc:sldLayoutMkLst>
        </pc:sldLayoutChg>
        <pc:sldLayoutChg chg="modTransition">
          <pc:chgData name="Suresh babu Kodali" userId="fb66fb4f9f4b814c" providerId="LiveId" clId="{27B4B832-87A9-4581-9C52-C752A202EB5F}" dt="2026-02-19T19:39:57.061" v="18"/>
          <pc:sldLayoutMkLst>
            <pc:docMk/>
            <pc:sldMasterMk cId="1357803202" sldId="2147483792"/>
            <pc:sldLayoutMk cId="1996530267" sldId="2147483798"/>
          </pc:sldLayoutMkLst>
        </pc:sldLayoutChg>
        <pc:sldLayoutChg chg="modTransition">
          <pc:chgData name="Suresh babu Kodali" userId="fb66fb4f9f4b814c" providerId="LiveId" clId="{27B4B832-87A9-4581-9C52-C752A202EB5F}" dt="2026-02-19T19:39:57.061" v="18"/>
          <pc:sldLayoutMkLst>
            <pc:docMk/>
            <pc:sldMasterMk cId="1357803202" sldId="2147483792"/>
            <pc:sldLayoutMk cId="2776666140" sldId="2147483799"/>
          </pc:sldLayoutMkLst>
        </pc:sldLayoutChg>
        <pc:sldLayoutChg chg="modTransition">
          <pc:chgData name="Suresh babu Kodali" userId="fb66fb4f9f4b814c" providerId="LiveId" clId="{27B4B832-87A9-4581-9C52-C752A202EB5F}" dt="2026-02-19T19:39:57.061" v="18"/>
          <pc:sldLayoutMkLst>
            <pc:docMk/>
            <pc:sldMasterMk cId="1357803202" sldId="2147483792"/>
            <pc:sldLayoutMk cId="1268422647" sldId="2147483800"/>
          </pc:sldLayoutMkLst>
        </pc:sldLayoutChg>
        <pc:sldLayoutChg chg="modTransition">
          <pc:chgData name="Suresh babu Kodali" userId="fb66fb4f9f4b814c" providerId="LiveId" clId="{27B4B832-87A9-4581-9C52-C752A202EB5F}" dt="2026-02-19T19:39:57.061" v="18"/>
          <pc:sldLayoutMkLst>
            <pc:docMk/>
            <pc:sldMasterMk cId="1357803202" sldId="2147483792"/>
            <pc:sldLayoutMk cId="1312718223" sldId="2147483801"/>
          </pc:sldLayoutMkLst>
        </pc:sldLayoutChg>
        <pc:sldLayoutChg chg="modTransition">
          <pc:chgData name="Suresh babu Kodali" userId="fb66fb4f9f4b814c" providerId="LiveId" clId="{27B4B832-87A9-4581-9C52-C752A202EB5F}" dt="2026-02-19T19:39:57.061" v="18"/>
          <pc:sldLayoutMkLst>
            <pc:docMk/>
            <pc:sldMasterMk cId="1357803202" sldId="2147483792"/>
            <pc:sldLayoutMk cId="2326948597" sldId="2147483808"/>
          </pc:sldLayoutMkLst>
        </pc:sldLayoutChg>
        <pc:sldLayoutChg chg="modTransition">
          <pc:chgData name="Suresh babu Kodali" userId="fb66fb4f9f4b814c" providerId="LiveId" clId="{27B4B832-87A9-4581-9C52-C752A202EB5F}" dt="2026-02-19T19:39:57.061" v="18"/>
          <pc:sldLayoutMkLst>
            <pc:docMk/>
            <pc:sldMasterMk cId="1357803202" sldId="2147483792"/>
            <pc:sldLayoutMk cId="2321426724" sldId="2147483809"/>
          </pc:sldLayoutMkLst>
        </pc:sldLayoutChg>
      </pc:sldMasterChg>
      <pc:sldMasterChg chg="modTransition modSldLayout">
        <pc:chgData name="Suresh babu Kodali" userId="fb66fb4f9f4b814c" providerId="LiveId" clId="{27B4B832-87A9-4581-9C52-C752A202EB5F}" dt="2026-02-19T19:40:01.495" v="19"/>
        <pc:sldMasterMkLst>
          <pc:docMk/>
          <pc:sldMasterMk cId="2363423637" sldId="2147483810"/>
        </pc:sldMasterMkLst>
        <pc:sldLayoutChg chg="modTransition">
          <pc:chgData name="Suresh babu Kodali" userId="fb66fb4f9f4b814c" providerId="LiveId" clId="{27B4B832-87A9-4581-9C52-C752A202EB5F}" dt="2026-02-19T19:40:01.495" v="19"/>
          <pc:sldLayoutMkLst>
            <pc:docMk/>
            <pc:sldMasterMk cId="2363423637" sldId="2147483810"/>
            <pc:sldLayoutMk cId="3493890735" sldId="2147483811"/>
          </pc:sldLayoutMkLst>
        </pc:sldLayoutChg>
        <pc:sldLayoutChg chg="modTransition">
          <pc:chgData name="Suresh babu Kodali" userId="fb66fb4f9f4b814c" providerId="LiveId" clId="{27B4B832-87A9-4581-9C52-C752A202EB5F}" dt="2026-02-19T19:40:01.495" v="19"/>
          <pc:sldLayoutMkLst>
            <pc:docMk/>
            <pc:sldMasterMk cId="2363423637" sldId="2147483810"/>
            <pc:sldLayoutMk cId="1154685985" sldId="2147483812"/>
          </pc:sldLayoutMkLst>
        </pc:sldLayoutChg>
        <pc:sldLayoutChg chg="modTransition">
          <pc:chgData name="Suresh babu Kodali" userId="fb66fb4f9f4b814c" providerId="LiveId" clId="{27B4B832-87A9-4581-9C52-C752A202EB5F}" dt="2026-02-19T19:40:01.495" v="19"/>
          <pc:sldLayoutMkLst>
            <pc:docMk/>
            <pc:sldMasterMk cId="2363423637" sldId="2147483810"/>
            <pc:sldLayoutMk cId="381002667" sldId="2147483813"/>
          </pc:sldLayoutMkLst>
        </pc:sldLayoutChg>
        <pc:sldLayoutChg chg="modTransition">
          <pc:chgData name="Suresh babu Kodali" userId="fb66fb4f9f4b814c" providerId="LiveId" clId="{27B4B832-87A9-4581-9C52-C752A202EB5F}" dt="2026-02-19T19:40:01.495" v="19"/>
          <pc:sldLayoutMkLst>
            <pc:docMk/>
            <pc:sldMasterMk cId="2363423637" sldId="2147483810"/>
            <pc:sldLayoutMk cId="4079605674" sldId="2147483816"/>
          </pc:sldLayoutMkLst>
        </pc:sldLayoutChg>
        <pc:sldLayoutChg chg="modTransition">
          <pc:chgData name="Suresh babu Kodali" userId="fb66fb4f9f4b814c" providerId="LiveId" clId="{27B4B832-87A9-4581-9C52-C752A202EB5F}" dt="2026-02-19T19:40:01.495" v="19"/>
          <pc:sldLayoutMkLst>
            <pc:docMk/>
            <pc:sldMasterMk cId="2363423637" sldId="2147483810"/>
            <pc:sldLayoutMk cId="2371752412" sldId="2147483817"/>
          </pc:sldLayoutMkLst>
        </pc:sldLayoutChg>
        <pc:sldLayoutChg chg="modTransition">
          <pc:chgData name="Suresh babu Kodali" userId="fb66fb4f9f4b814c" providerId="LiveId" clId="{27B4B832-87A9-4581-9C52-C752A202EB5F}" dt="2026-02-19T19:40:01.495" v="19"/>
          <pc:sldLayoutMkLst>
            <pc:docMk/>
            <pc:sldMasterMk cId="2363423637" sldId="2147483810"/>
            <pc:sldLayoutMk cId="1799171572" sldId="2147483818"/>
          </pc:sldLayoutMkLst>
        </pc:sldLayoutChg>
        <pc:sldLayoutChg chg="modTransition">
          <pc:chgData name="Suresh babu Kodali" userId="fb66fb4f9f4b814c" providerId="LiveId" clId="{27B4B832-87A9-4581-9C52-C752A202EB5F}" dt="2026-02-19T19:40:01.495" v="19"/>
          <pc:sldLayoutMkLst>
            <pc:docMk/>
            <pc:sldMasterMk cId="2363423637" sldId="2147483810"/>
            <pc:sldLayoutMk cId="259042022" sldId="2147483819"/>
          </pc:sldLayoutMkLst>
        </pc:sldLayoutChg>
        <pc:sldLayoutChg chg="modTransition">
          <pc:chgData name="Suresh babu Kodali" userId="fb66fb4f9f4b814c" providerId="LiveId" clId="{27B4B832-87A9-4581-9C52-C752A202EB5F}" dt="2026-02-19T19:40:01.495" v="19"/>
          <pc:sldLayoutMkLst>
            <pc:docMk/>
            <pc:sldMasterMk cId="2363423637" sldId="2147483810"/>
            <pc:sldLayoutMk cId="481406184" sldId="2147483826"/>
          </pc:sldLayoutMkLst>
        </pc:sldLayoutChg>
        <pc:sldLayoutChg chg="modTransition">
          <pc:chgData name="Suresh babu Kodali" userId="fb66fb4f9f4b814c" providerId="LiveId" clId="{27B4B832-87A9-4581-9C52-C752A202EB5F}" dt="2026-02-19T19:40:01.495" v="19"/>
          <pc:sldLayoutMkLst>
            <pc:docMk/>
            <pc:sldMasterMk cId="2363423637" sldId="2147483810"/>
            <pc:sldLayoutMk cId="1994027423" sldId="2147483827"/>
          </pc:sldLayoutMkLst>
        </pc:sldLayoutChg>
      </pc:sldMasterChg>
      <pc:sldMasterChg chg="modTransition modSldLayout">
        <pc:chgData name="Suresh babu Kodali" userId="fb66fb4f9f4b814c" providerId="LiveId" clId="{27B4B832-87A9-4581-9C52-C752A202EB5F}" dt="2026-02-19T19:40:07.681" v="20"/>
        <pc:sldMasterMkLst>
          <pc:docMk/>
          <pc:sldMasterMk cId="1625239677" sldId="2147483828"/>
        </pc:sldMasterMkLst>
        <pc:sldLayoutChg chg="modTransition">
          <pc:chgData name="Suresh babu Kodali" userId="fb66fb4f9f4b814c" providerId="LiveId" clId="{27B4B832-87A9-4581-9C52-C752A202EB5F}" dt="2026-02-19T19:40:07.681" v="20"/>
          <pc:sldLayoutMkLst>
            <pc:docMk/>
            <pc:sldMasterMk cId="1625239677" sldId="2147483828"/>
            <pc:sldLayoutMk cId="4100765323" sldId="2147483829"/>
          </pc:sldLayoutMkLst>
        </pc:sldLayoutChg>
        <pc:sldLayoutChg chg="modTransition">
          <pc:chgData name="Suresh babu Kodali" userId="fb66fb4f9f4b814c" providerId="LiveId" clId="{27B4B832-87A9-4581-9C52-C752A202EB5F}" dt="2026-02-19T19:40:07.681" v="20"/>
          <pc:sldLayoutMkLst>
            <pc:docMk/>
            <pc:sldMasterMk cId="1625239677" sldId="2147483828"/>
            <pc:sldLayoutMk cId="3812385172" sldId="2147483830"/>
          </pc:sldLayoutMkLst>
        </pc:sldLayoutChg>
        <pc:sldLayoutChg chg="modTransition">
          <pc:chgData name="Suresh babu Kodali" userId="fb66fb4f9f4b814c" providerId="LiveId" clId="{27B4B832-87A9-4581-9C52-C752A202EB5F}" dt="2026-02-19T19:40:07.681" v="20"/>
          <pc:sldLayoutMkLst>
            <pc:docMk/>
            <pc:sldMasterMk cId="1625239677" sldId="2147483828"/>
            <pc:sldLayoutMk cId="420747468" sldId="2147483831"/>
          </pc:sldLayoutMkLst>
        </pc:sldLayoutChg>
        <pc:sldLayoutChg chg="modTransition">
          <pc:chgData name="Suresh babu Kodali" userId="fb66fb4f9f4b814c" providerId="LiveId" clId="{27B4B832-87A9-4581-9C52-C752A202EB5F}" dt="2026-02-19T19:40:07.681" v="20"/>
          <pc:sldLayoutMkLst>
            <pc:docMk/>
            <pc:sldMasterMk cId="1625239677" sldId="2147483828"/>
            <pc:sldLayoutMk cId="356868349" sldId="2147483834"/>
          </pc:sldLayoutMkLst>
        </pc:sldLayoutChg>
        <pc:sldLayoutChg chg="modTransition">
          <pc:chgData name="Suresh babu Kodali" userId="fb66fb4f9f4b814c" providerId="LiveId" clId="{27B4B832-87A9-4581-9C52-C752A202EB5F}" dt="2026-02-19T19:40:07.681" v="20"/>
          <pc:sldLayoutMkLst>
            <pc:docMk/>
            <pc:sldMasterMk cId="1625239677" sldId="2147483828"/>
            <pc:sldLayoutMk cId="123948707" sldId="2147483835"/>
          </pc:sldLayoutMkLst>
        </pc:sldLayoutChg>
        <pc:sldLayoutChg chg="modTransition">
          <pc:chgData name="Suresh babu Kodali" userId="fb66fb4f9f4b814c" providerId="LiveId" clId="{27B4B832-87A9-4581-9C52-C752A202EB5F}" dt="2026-02-19T19:40:07.681" v="20"/>
          <pc:sldLayoutMkLst>
            <pc:docMk/>
            <pc:sldMasterMk cId="1625239677" sldId="2147483828"/>
            <pc:sldLayoutMk cId="821905408" sldId="2147483836"/>
          </pc:sldLayoutMkLst>
        </pc:sldLayoutChg>
        <pc:sldLayoutChg chg="modTransition">
          <pc:chgData name="Suresh babu Kodali" userId="fb66fb4f9f4b814c" providerId="LiveId" clId="{27B4B832-87A9-4581-9C52-C752A202EB5F}" dt="2026-02-19T19:40:07.681" v="20"/>
          <pc:sldLayoutMkLst>
            <pc:docMk/>
            <pc:sldMasterMk cId="1625239677" sldId="2147483828"/>
            <pc:sldLayoutMk cId="886048747" sldId="2147483837"/>
          </pc:sldLayoutMkLst>
        </pc:sldLayoutChg>
        <pc:sldLayoutChg chg="modTransition">
          <pc:chgData name="Suresh babu Kodali" userId="fb66fb4f9f4b814c" providerId="LiveId" clId="{27B4B832-87A9-4581-9C52-C752A202EB5F}" dt="2026-02-19T19:40:07.681" v="20"/>
          <pc:sldLayoutMkLst>
            <pc:docMk/>
            <pc:sldMasterMk cId="1625239677" sldId="2147483828"/>
            <pc:sldLayoutMk cId="649310398" sldId="2147483844"/>
          </pc:sldLayoutMkLst>
        </pc:sldLayoutChg>
        <pc:sldLayoutChg chg="modTransition">
          <pc:chgData name="Suresh babu Kodali" userId="fb66fb4f9f4b814c" providerId="LiveId" clId="{27B4B832-87A9-4581-9C52-C752A202EB5F}" dt="2026-02-19T19:40:07.681" v="20"/>
          <pc:sldLayoutMkLst>
            <pc:docMk/>
            <pc:sldMasterMk cId="1625239677" sldId="2147483828"/>
            <pc:sldLayoutMk cId="3899918451" sldId="214748384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00FC0-9E7A-4C53-8A3B-3C3C9A736C4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8944F-81ED-4843-A3E6-D41A6908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142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122B6-E47E-4A80-A9F3-23FD10D674F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1C5CE-222C-4659-9A99-B99FC42AF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27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6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8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1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2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8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90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4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03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20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6542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25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22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86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1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1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49BF3EA-1A78-4F07-BDC0-C8A1BD461199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396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99" y="4464028"/>
            <a:ext cx="10040501" cy="164149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Multimodal  RAG  System  for  Document  Intelligence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(AI-Powered Assistant for Technical PDF Documents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635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Current Challenge</a:t>
            </a:r>
          </a:p>
          <a:p>
            <a:r>
              <a:rPr lang="en-US" dirty="0"/>
              <a:t>Our team manage large deployment and RFC documents in PDF format.</a:t>
            </a:r>
          </a:p>
          <a:p>
            <a:r>
              <a:rPr lang="en-US" dirty="0"/>
              <a:t>These documents contain:</a:t>
            </a:r>
          </a:p>
          <a:p>
            <a:r>
              <a:rPr lang="en-US" dirty="0"/>
              <a:t>Written technical content</a:t>
            </a:r>
          </a:p>
          <a:p>
            <a:r>
              <a:rPr lang="en-US" dirty="0"/>
              <a:t>Structured tables</a:t>
            </a:r>
          </a:p>
          <a:p>
            <a:r>
              <a:rPr lang="en-US" dirty="0"/>
              <a:t>Architecture diagrams and images</a:t>
            </a:r>
          </a:p>
          <a:p>
            <a:r>
              <a:rPr lang="en-US" dirty="0"/>
              <a:t>Finding specific information requires manual review, which is:</a:t>
            </a:r>
          </a:p>
          <a:p>
            <a:r>
              <a:rPr lang="en-US" dirty="0"/>
              <a:t>Time-consuming</a:t>
            </a:r>
          </a:p>
          <a:p>
            <a:r>
              <a:rPr lang="en-US" dirty="0"/>
              <a:t>Inefficient</a:t>
            </a:r>
          </a:p>
          <a:p>
            <a:r>
              <a:rPr lang="en-US" dirty="0"/>
              <a:t>Prone to missing important details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build an intelligent AI-powered assistant that can:</a:t>
            </a:r>
          </a:p>
          <a:p>
            <a:r>
              <a:rPr lang="en-US" dirty="0"/>
              <a:t>Understand complete deployment-related PDF documents</a:t>
            </a:r>
          </a:p>
          <a:p>
            <a:r>
              <a:rPr lang="en-US" dirty="0"/>
              <a:t>Process text, tables, and images</a:t>
            </a:r>
          </a:p>
          <a:p>
            <a:r>
              <a:rPr lang="en-US" dirty="0"/>
              <a:t>Provide accurate answers using natural language queries</a:t>
            </a:r>
          </a:p>
          <a:p>
            <a:r>
              <a:rPr lang="en-US" dirty="0"/>
              <a:t>Reduce manual document search effort</a:t>
            </a:r>
          </a:p>
        </p:txBody>
      </p:sp>
    </p:spTree>
    <p:extLst>
      <p:ext uri="{BB962C8B-B14F-4D97-AF65-F5344CB8AC3E}">
        <p14:creationId xmlns:p14="http://schemas.microsoft.com/office/powerpoint/2010/main" val="205767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Multimodal RAG (Retrieval-Augmented Generation)</a:t>
            </a:r>
          </a:p>
          <a:p>
            <a:r>
              <a:rPr lang="en-US" dirty="0"/>
              <a:t>A system that:</a:t>
            </a:r>
          </a:p>
          <a:p>
            <a:r>
              <a:rPr lang="en-US" dirty="0"/>
              <a:t>Reads PDF documents</a:t>
            </a:r>
          </a:p>
          <a:p>
            <a:r>
              <a:rPr lang="en-US" dirty="0"/>
              <a:t>Extracts text, tables, and images</a:t>
            </a:r>
          </a:p>
          <a:p>
            <a:r>
              <a:rPr lang="en-US" dirty="0"/>
              <a:t>Converts content into searchable knowledge</a:t>
            </a:r>
          </a:p>
          <a:p>
            <a:r>
              <a:rPr lang="en-US" dirty="0"/>
              <a:t>Retrieves relevant information</a:t>
            </a:r>
          </a:p>
          <a:p>
            <a:r>
              <a:rPr lang="en-US" dirty="0"/>
              <a:t>Generates accurate, context-aware answers</a:t>
            </a:r>
          </a:p>
        </p:txBody>
      </p:sp>
    </p:spTree>
    <p:extLst>
      <p:ext uri="{BB962C8B-B14F-4D97-AF65-F5344CB8AC3E}">
        <p14:creationId xmlns:p14="http://schemas.microsoft.com/office/powerpoint/2010/main" val="179458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End-to-End Flow</a:t>
            </a:r>
          </a:p>
          <a:p>
            <a:r>
              <a:rPr lang="en-US" dirty="0"/>
              <a:t>PDF Documents</a:t>
            </a:r>
            <a:br>
              <a:rPr lang="en-US" dirty="0"/>
            </a:br>
            <a:r>
              <a:rPr lang="en-US" dirty="0"/>
              <a:t>→ Extract Text / Tables / Images</a:t>
            </a:r>
            <a:br>
              <a:rPr lang="en-US" dirty="0"/>
            </a:br>
            <a:r>
              <a:rPr lang="en-US" dirty="0"/>
              <a:t>→ Generate Summaries</a:t>
            </a:r>
            <a:br>
              <a:rPr lang="en-US" dirty="0"/>
            </a:br>
            <a:r>
              <a:rPr lang="en-US" dirty="0"/>
              <a:t>→ Create Embeddings</a:t>
            </a:r>
            <a:br>
              <a:rPr lang="en-US" dirty="0"/>
            </a:br>
            <a:r>
              <a:rPr lang="en-US" dirty="0"/>
              <a:t>→ Store in Vector Database</a:t>
            </a:r>
            <a:br>
              <a:rPr lang="en-US" dirty="0"/>
            </a:br>
            <a:r>
              <a:rPr lang="en-US" dirty="0"/>
              <a:t>→ Retrieve Relevant Content</a:t>
            </a:r>
            <a:br>
              <a:rPr lang="en-US" dirty="0"/>
            </a:br>
            <a:r>
              <a:rPr lang="en-US" dirty="0"/>
              <a:t>→ Generate Final Answer using LLM</a:t>
            </a:r>
          </a:p>
        </p:txBody>
      </p:sp>
    </p:spTree>
    <p:extLst>
      <p:ext uri="{BB962C8B-B14F-4D97-AF65-F5344CB8AC3E}">
        <p14:creationId xmlns:p14="http://schemas.microsoft.com/office/powerpoint/2010/main" val="249300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 </a:t>
            </a:r>
          </a:p>
          <a:p>
            <a:r>
              <a:rPr lang="en-US" dirty="0"/>
              <a:t>Loaded PDF documents</a:t>
            </a:r>
          </a:p>
          <a:p>
            <a:r>
              <a:rPr lang="en-US" dirty="0"/>
              <a:t>Parsed using document processing libraries</a:t>
            </a:r>
          </a:p>
          <a:p>
            <a:r>
              <a:rPr lang="en-US" dirty="0"/>
              <a:t>Automatically separated:</a:t>
            </a:r>
          </a:p>
          <a:p>
            <a:pPr lvl="1"/>
            <a:r>
              <a:rPr lang="en-US" dirty="0"/>
              <a:t>Text</a:t>
            </a:r>
          </a:p>
          <a:p>
            <a:pPr lvl="1"/>
            <a:r>
              <a:rPr lang="en-US" dirty="0"/>
              <a:t>Tables</a:t>
            </a:r>
          </a:p>
          <a:p>
            <a:pPr lvl="1"/>
            <a:r>
              <a:rPr lang="en-US" dirty="0"/>
              <a:t>Images</a:t>
            </a:r>
          </a:p>
          <a:p>
            <a:r>
              <a:rPr lang="en-US" dirty="0"/>
              <a:t>Preserved metadata for structured handling</a:t>
            </a:r>
          </a:p>
        </p:txBody>
      </p:sp>
    </p:spTree>
    <p:extLst>
      <p:ext uri="{BB962C8B-B14F-4D97-AF65-F5344CB8AC3E}">
        <p14:creationId xmlns:p14="http://schemas.microsoft.com/office/powerpoint/2010/main" val="362956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Tables &amp;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Step 2: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Tables</a:t>
            </a:r>
          </a:p>
          <a:p>
            <a:r>
              <a:rPr lang="en-US" dirty="0"/>
              <a:t>Extracted separately</a:t>
            </a:r>
          </a:p>
          <a:p>
            <a:r>
              <a:rPr lang="en-US" dirty="0"/>
              <a:t>Converted into readable structured format</a:t>
            </a:r>
          </a:p>
          <a:p>
            <a:pPr marL="0" indent="0">
              <a:buNone/>
            </a:pPr>
            <a:r>
              <a:rPr lang="en-US" b="1" dirty="0"/>
              <a:t>Images</a:t>
            </a:r>
          </a:p>
          <a:p>
            <a:r>
              <a:rPr lang="en-US" dirty="0"/>
              <a:t>Extracted from PDFs</a:t>
            </a:r>
          </a:p>
          <a:p>
            <a:r>
              <a:rPr lang="en-US" dirty="0"/>
              <a:t>Converted to Base64 format</a:t>
            </a:r>
          </a:p>
          <a:p>
            <a:r>
              <a:rPr lang="en-US" dirty="0"/>
              <a:t>Processed using a multimodal LLM</a:t>
            </a:r>
          </a:p>
          <a:p>
            <a:r>
              <a:rPr lang="en-US" dirty="0"/>
              <a:t>Generated descriptive summaries</a:t>
            </a:r>
          </a:p>
          <a:p>
            <a:r>
              <a:rPr lang="en-US" dirty="0"/>
              <a:t>This ensures non-text data becomes searchable.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9425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3: </a:t>
            </a:r>
          </a:p>
          <a:p>
            <a:r>
              <a:rPr lang="en-US" dirty="0"/>
              <a:t>To optimize retrieval:</a:t>
            </a:r>
          </a:p>
          <a:p>
            <a:r>
              <a:rPr lang="en-US" dirty="0"/>
              <a:t>Generated concise summaries for:</a:t>
            </a:r>
          </a:p>
          <a:p>
            <a:pPr lvl="1"/>
            <a:r>
              <a:rPr lang="en-US" dirty="0"/>
              <a:t>Text sections</a:t>
            </a:r>
          </a:p>
          <a:p>
            <a:pPr lvl="1"/>
            <a:r>
              <a:rPr lang="en-US" dirty="0"/>
              <a:t>Tables</a:t>
            </a:r>
          </a:p>
          <a:p>
            <a:pPr lvl="1"/>
            <a:r>
              <a:rPr lang="en-US" dirty="0"/>
              <a:t>Images</a:t>
            </a:r>
          </a:p>
          <a:p>
            <a:r>
              <a:rPr lang="en-US" dirty="0"/>
              <a:t>All content converted into structured textual summaries for efficient indexing.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0166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 &amp;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4:</a:t>
            </a:r>
          </a:p>
          <a:p>
            <a:r>
              <a:rPr lang="en-US" dirty="0"/>
              <a:t>Generated vector embeddings for all summaries</a:t>
            </a:r>
          </a:p>
          <a:p>
            <a:r>
              <a:rPr lang="en-US" dirty="0"/>
              <a:t>Stored in a Chroma vector database</a:t>
            </a:r>
          </a:p>
          <a:p>
            <a:r>
              <a:rPr lang="en-US" dirty="0"/>
              <a:t>Purpose:</a:t>
            </a:r>
            <a:br>
              <a:rPr lang="en-US" dirty="0"/>
            </a:br>
            <a:r>
              <a:rPr lang="en-US" dirty="0"/>
              <a:t>Enable semantic search instead of keyword-based search.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19909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Multi-Vector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5:</a:t>
            </a:r>
          </a:p>
          <a:p>
            <a:r>
              <a:rPr lang="en-US" dirty="0"/>
              <a:t>Implemented multi-vector retrieval approach:</a:t>
            </a:r>
          </a:p>
          <a:p>
            <a:r>
              <a:rPr lang="en-US" dirty="0"/>
              <a:t>Summary embeddings used for search</a:t>
            </a:r>
          </a:p>
          <a:p>
            <a:r>
              <a:rPr lang="en-US" dirty="0"/>
              <a:t>Original content retained for answer generation</a:t>
            </a:r>
          </a:p>
          <a:p>
            <a:r>
              <a:rPr lang="en-US" dirty="0"/>
              <a:t>Result:</a:t>
            </a:r>
            <a:br>
              <a:rPr lang="en-US" dirty="0"/>
            </a:br>
            <a:r>
              <a:rPr lang="en-US" dirty="0"/>
              <a:t>Accurate retrieval + Context-rich responses.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16751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to Answer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user asks a question:</a:t>
            </a:r>
          </a:p>
          <a:p>
            <a:r>
              <a:rPr lang="en-US" dirty="0"/>
              <a:t>Convert query into embedding</a:t>
            </a:r>
          </a:p>
          <a:p>
            <a:r>
              <a:rPr lang="en-US" dirty="0"/>
              <a:t>Retrieve most relevant content</a:t>
            </a:r>
          </a:p>
          <a:p>
            <a:r>
              <a:rPr lang="en-US" dirty="0"/>
              <a:t>Fetch original text/table/image</a:t>
            </a:r>
          </a:p>
          <a:p>
            <a:r>
              <a:rPr lang="en-US" dirty="0"/>
              <a:t>Send context + query to LLM</a:t>
            </a:r>
          </a:p>
          <a:p>
            <a:r>
              <a:rPr lang="en-US" dirty="0"/>
              <a:t>Generate final answer</a:t>
            </a:r>
          </a:p>
        </p:txBody>
      </p:sp>
    </p:spTree>
    <p:extLst>
      <p:ext uri="{BB962C8B-B14F-4D97-AF65-F5344CB8AC3E}">
        <p14:creationId xmlns:p14="http://schemas.microsoft.com/office/powerpoint/2010/main" val="230347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End-to-end Multimodal RAG pipeline</a:t>
            </a:r>
          </a:p>
          <a:p>
            <a:r>
              <a:rPr lang="en-US" dirty="0" err="1"/>
              <a:t>LangChain</a:t>
            </a:r>
            <a:r>
              <a:rPr lang="en-US" dirty="0"/>
              <a:t>-based orchestration</a:t>
            </a:r>
          </a:p>
          <a:p>
            <a:r>
              <a:rPr lang="en-US" dirty="0"/>
              <a:t>Vector database integration</a:t>
            </a:r>
          </a:p>
          <a:p>
            <a:r>
              <a:rPr lang="en-US" dirty="0" err="1"/>
              <a:t>Multimodel</a:t>
            </a:r>
            <a:r>
              <a:rPr lang="en-US" dirty="0"/>
              <a:t> data understanding</a:t>
            </a:r>
          </a:p>
          <a:p>
            <a:r>
              <a:rPr lang="en-US" dirty="0"/>
              <a:t>Semantic search capability</a:t>
            </a:r>
          </a:p>
        </p:txBody>
      </p:sp>
    </p:spTree>
    <p:extLst>
      <p:ext uri="{BB962C8B-B14F-4D97-AF65-F5344CB8AC3E}">
        <p14:creationId xmlns:p14="http://schemas.microsoft.com/office/powerpoint/2010/main" val="32978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79705"/>
            <a:ext cx="10972800" cy="4346459"/>
          </a:xfrm>
        </p:spPr>
        <p:txBody>
          <a:bodyPr/>
          <a:lstStyle/>
          <a:p>
            <a:r>
              <a:rPr lang="en-US" dirty="0"/>
              <a:t>Faster access to technical information</a:t>
            </a:r>
          </a:p>
          <a:p>
            <a:r>
              <a:rPr lang="en-US" dirty="0"/>
              <a:t>Reduced manual effort</a:t>
            </a:r>
          </a:p>
          <a:p>
            <a:r>
              <a:rPr lang="en-US" dirty="0"/>
              <a:t>Improved response accuracy</a:t>
            </a:r>
          </a:p>
          <a:p>
            <a:r>
              <a:rPr lang="en-US" dirty="0"/>
              <a:t>Scalable architecture</a:t>
            </a:r>
          </a:p>
          <a:p>
            <a:r>
              <a:rPr lang="en-US" dirty="0"/>
              <a:t>Extendable to chatbot or enterprise search systems</a:t>
            </a:r>
          </a:p>
        </p:txBody>
      </p:sp>
    </p:spTree>
    <p:extLst>
      <p:ext uri="{BB962C8B-B14F-4D97-AF65-F5344CB8AC3E}">
        <p14:creationId xmlns:p14="http://schemas.microsoft.com/office/powerpoint/2010/main" val="287618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22</TotalTime>
  <Words>394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Corbel</vt:lpstr>
      <vt:lpstr>Palatino Linotype</vt:lpstr>
      <vt:lpstr>Depth</vt:lpstr>
      <vt:lpstr>Multimodal  RAG  System  for  Document  Intelligence </vt:lpstr>
      <vt:lpstr>Problem Statement</vt:lpstr>
      <vt:lpstr>Objective</vt:lpstr>
      <vt:lpstr>Proposed Solution</vt:lpstr>
      <vt:lpstr>Solution Architecture</vt:lpstr>
      <vt:lpstr>Document Parsing</vt:lpstr>
      <vt:lpstr>Handling Tables &amp; Images</vt:lpstr>
      <vt:lpstr>Content Summarization</vt:lpstr>
      <vt:lpstr>Embeddings &amp; Storage</vt:lpstr>
      <vt:lpstr>Multi-Vector Retrieval</vt:lpstr>
      <vt:lpstr>Query to Answer Flow</vt:lpstr>
      <vt:lpstr>Technical Highlights</vt:lpstr>
      <vt:lpstr>Business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babu Kodali</dc:creator>
  <cp:lastModifiedBy>Suresh babu Kodali</cp:lastModifiedBy>
  <cp:revision>1</cp:revision>
  <dcterms:created xsi:type="dcterms:W3CDTF">2026-02-19T19:20:40Z</dcterms:created>
  <dcterms:modified xsi:type="dcterms:W3CDTF">2026-02-19T19:43:31Z</dcterms:modified>
</cp:coreProperties>
</file>